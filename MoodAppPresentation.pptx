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BM Plex Sans"/>
      <p:regular r:id="rId11"/>
      <p:bold r:id="rId12"/>
      <p:italic r:id="rId13"/>
      <p:boldItalic r:id="rId14"/>
    </p:embeddedFont>
    <p:embeddedFont>
      <p:font typeface="Sora SemiBold"/>
      <p:regular r:id="rId15"/>
      <p:bold r:id="rId16"/>
    </p:embeddedFont>
    <p:embeddedFont>
      <p:font typeface="IBM Plex Sans Medium"/>
      <p:regular r:id="rId17"/>
      <p:bold r:id="rId18"/>
      <p:italic r:id="rId19"/>
      <p:boldItalic r:id="rId20"/>
    </p:embeddedFont>
    <p:embeddedFont>
      <p:font typeface="Sora Light"/>
      <p:regular r:id="rId21"/>
      <p:bold r:id="rId22"/>
    </p:embeddedFont>
    <p:embeddedFont>
      <p:font typeface="Sora ExtraLight"/>
      <p:regular r:id="rId23"/>
      <p:bold r:id="rId24"/>
    </p:embeddedFont>
    <p:embeddedFont>
      <p:font typeface="Sora"/>
      <p:regular r:id="rId25"/>
      <p:bold r:id="rId26"/>
    </p:embeddedFont>
    <p:embeddedFont>
      <p:font typeface="Sora Medium"/>
      <p:regular r:id="rId27"/>
      <p:bold r:id="rId28"/>
    </p:embeddedFont>
    <p:embeddedFont>
      <p:font typeface="IBM Plex Sa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italic.fntdata"/><Relationship Id="rId30" Type="http://schemas.openxmlformats.org/officeDocument/2006/relationships/font" Target="fonts/IBMPlexSansSemiBold-bold.fntdata"/><Relationship Id="rId32" Type="http://schemas.openxmlformats.org/officeDocument/2006/relationships/font" Target="fonts/IBMPlexSansSemiBold-boldItalic.fntdata"/><Relationship Id="rId20" Type="http://schemas.openxmlformats.org/officeDocument/2006/relationships/font" Target="fonts/IBMPlexSansMedium-boldItalic.fntdata"/><Relationship Id="rId22" Type="http://schemas.openxmlformats.org/officeDocument/2006/relationships/font" Target="fonts/SoraLight-bold.fntdata"/><Relationship Id="rId21" Type="http://schemas.openxmlformats.org/officeDocument/2006/relationships/font" Target="fonts/SoraLight-regular.fntdata"/><Relationship Id="rId24" Type="http://schemas.openxmlformats.org/officeDocument/2006/relationships/font" Target="fonts/SoraExtraLight-bold.fntdata"/><Relationship Id="rId23" Type="http://schemas.openxmlformats.org/officeDocument/2006/relationships/font" Target="fonts/SoraExtraLight-regular.fntdata"/><Relationship Id="rId26" Type="http://schemas.openxmlformats.org/officeDocument/2006/relationships/font" Target="fonts/Sora-bold.fntdata"/><Relationship Id="rId25" Type="http://schemas.openxmlformats.org/officeDocument/2006/relationships/font" Target="fonts/Sora-regular.fntdata"/><Relationship Id="rId28" Type="http://schemas.openxmlformats.org/officeDocument/2006/relationships/font" Target="fonts/SoraMedium-bold.fntdata"/><Relationship Id="rId27" Type="http://schemas.openxmlformats.org/officeDocument/2006/relationships/font" Target="fonts/SoraMedium-regular.fntdata"/><Relationship Id="rId29" Type="http://schemas.openxmlformats.org/officeDocument/2006/relationships/font" Target="fonts/IBMPlexSansSemiBold-regular.fntdata"/><Relationship Id="rId11" Type="http://schemas.openxmlformats.org/officeDocument/2006/relationships/font" Target="fonts/IBMPlexSans-regular.fntdata"/><Relationship Id="rId10" Type="http://schemas.openxmlformats.org/officeDocument/2006/relationships/slide" Target="slides/slide5.xml"/><Relationship Id="rId13" Type="http://schemas.openxmlformats.org/officeDocument/2006/relationships/font" Target="fonts/IBMPlexSans-italic.fntdata"/><Relationship Id="rId12" Type="http://schemas.openxmlformats.org/officeDocument/2006/relationships/font" Target="fonts/IBMPlexSans-bold.fntdata"/><Relationship Id="rId15" Type="http://schemas.openxmlformats.org/officeDocument/2006/relationships/font" Target="fonts/SoraSemiBold-regular.fntdata"/><Relationship Id="rId14" Type="http://schemas.openxmlformats.org/officeDocument/2006/relationships/font" Target="fonts/IBMPlexSans-boldItalic.fntdata"/><Relationship Id="rId17" Type="http://schemas.openxmlformats.org/officeDocument/2006/relationships/font" Target="fonts/IBMPlexSansMedium-regular.fntdata"/><Relationship Id="rId16" Type="http://schemas.openxmlformats.org/officeDocument/2006/relationships/font" Target="fonts/SoraSemiBold-bold.fntdata"/><Relationship Id="rId19" Type="http://schemas.openxmlformats.org/officeDocument/2006/relationships/font" Target="fonts/IBMPlexSansMedium-italic.fntdata"/><Relationship Id="rId18" Type="http://schemas.openxmlformats.org/officeDocument/2006/relationships/font" Target="fonts/IBMPlex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e8207323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e8207323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e82073231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e82073231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e82073231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e82073231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e820732313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e820732313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82073231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3e82073231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699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Jennifer McDonnell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For: Capgemini application process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Simple Mood App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presentation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1" type="subTitle"/>
          </p:nvPr>
        </p:nvSpPr>
        <p:spPr>
          <a:xfrm>
            <a:off x="115025" y="1449550"/>
            <a:ext cx="5635500" cy="32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lightweight Mood logging application.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Object Oriented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MoodEntry object stores all of the info for an entry.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Emotions Enum holds all the valid emotions for the app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Terminal based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user navigates the menu by typing the numbers associated with each option.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Exceptions and errors are handled and prompt the user on what went wrong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895" name="Google Shape;895;p52"/>
          <p:cNvSpPr txBox="1"/>
          <p:nvPr>
            <p:ph idx="2" type="title"/>
          </p:nvPr>
        </p:nvSpPr>
        <p:spPr>
          <a:xfrm>
            <a:off x="115025" y="406250"/>
            <a:ext cx="6865500" cy="919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and Design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3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1" name="Google Shape;901;p53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2" name="Google Shape;902;p53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3" name="Google Shape;903;p53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Main.java</a:t>
            </a:r>
            <a:endParaRPr/>
          </a:p>
        </p:txBody>
      </p:sp>
      <p:sp>
        <p:nvSpPr>
          <p:cNvPr id="904" name="Google Shape;904;p53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point of the program. Handles menu logic, adding a mood log, and viewing mood logs.</a:t>
            </a:r>
            <a:endParaRPr/>
          </a:p>
        </p:txBody>
      </p:sp>
      <p:sp>
        <p:nvSpPr>
          <p:cNvPr id="905" name="Google Shape;905;p53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that holds information for a logged mood. Contains the date, mood, and notes.</a:t>
            </a:r>
            <a:endParaRPr/>
          </a:p>
        </p:txBody>
      </p:sp>
      <p:sp>
        <p:nvSpPr>
          <p:cNvPr id="906" name="Google Shape;906;p53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Enum that specifies the accepted emotions. Can be expanded to allow more emotions without changes to other parts of the code.</a:t>
            </a:r>
            <a:endParaRPr/>
          </a:p>
        </p:txBody>
      </p:sp>
      <p:sp>
        <p:nvSpPr>
          <p:cNvPr id="907" name="Google Shape;907;p53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MoodEntry.java</a:t>
            </a:r>
            <a:endParaRPr/>
          </a:p>
        </p:txBody>
      </p:sp>
      <p:sp>
        <p:nvSpPr>
          <p:cNvPr id="908" name="Google Shape;908;p53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Emotions.java</a:t>
            </a:r>
            <a:endParaRPr/>
          </a:p>
        </p:txBody>
      </p:sp>
      <p:sp>
        <p:nvSpPr>
          <p:cNvPr id="909" name="Google Shape;909;p53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10" name="Google Shape;910;p53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4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Install JDK 21 or newer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16" name="Google Shape;916;p54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3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Run the command: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java main.java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17" name="Google Shape;917;p54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2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Open the terminal and navigate to the folder containing main.java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18" name="Google Shape;918;p54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to test and run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4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r>
              <a:rPr lang="en"/>
              <a:t>Written</a:t>
            </a:r>
            <a:r>
              <a:rPr lang="en"/>
              <a:t> in JDK 21</a:t>
            </a:r>
            <a:endParaRPr/>
          </a:p>
        </p:txBody>
      </p:sp>
      <p:sp>
        <p:nvSpPr>
          <p:cNvPr id="920" name="Google Shape;920;p54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1" name="Google Shape;921;p54"/>
          <p:cNvSpPr txBox="1"/>
          <p:nvPr>
            <p:ph idx="3" type="title"/>
          </p:nvPr>
        </p:nvSpPr>
        <p:spPr>
          <a:xfrm>
            <a:off x="6149825" y="3217300"/>
            <a:ext cx="2838300" cy="10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Optionally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Open the folder in a code editor of your choice and run using the built in tools.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6" name="Google Shape;926;p55"/>
          <p:cNvCxnSpPr/>
          <p:nvPr/>
        </p:nvCxnSpPr>
        <p:spPr>
          <a:xfrm>
            <a:off x="526450" y="2378950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5"/>
          <p:cNvSpPr/>
          <p:nvPr/>
        </p:nvSpPr>
        <p:spPr>
          <a:xfrm>
            <a:off x="2193888" y="2198351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8" name="Google Shape;928;p55"/>
          <p:cNvSpPr/>
          <p:nvPr/>
        </p:nvSpPr>
        <p:spPr>
          <a:xfrm>
            <a:off x="4058675" y="2198351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42900" rotWithShape="0" algn="bl" dir="5400000" dist="38100">
              <a:schemeClr val="accent3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9" name="Google Shape;929;p55"/>
          <p:cNvSpPr/>
          <p:nvPr/>
        </p:nvSpPr>
        <p:spPr>
          <a:xfrm>
            <a:off x="5932600" y="2198358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0" name="Google Shape;930;p55"/>
          <p:cNvSpPr/>
          <p:nvPr/>
        </p:nvSpPr>
        <p:spPr>
          <a:xfrm>
            <a:off x="7806529" y="1965848"/>
            <a:ext cx="825900" cy="826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1" name="Google Shape;931;p55"/>
          <p:cNvSpPr/>
          <p:nvPr/>
        </p:nvSpPr>
        <p:spPr>
          <a:xfrm>
            <a:off x="470109" y="2278000"/>
            <a:ext cx="201900" cy="201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55"/>
          <p:cNvSpPr txBox="1"/>
          <p:nvPr/>
        </p:nvSpPr>
        <p:spPr>
          <a:xfrm>
            <a:off x="1850688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GUI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33" name="Google Shape;933;p55"/>
          <p:cNvSpPr txBox="1"/>
          <p:nvPr/>
        </p:nvSpPr>
        <p:spPr>
          <a:xfrm>
            <a:off x="16411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Convert the terminal menu into a proper UI for the user to be able to interact with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34" name="Google Shape;934;p55"/>
          <p:cNvSpPr txBox="1"/>
          <p:nvPr/>
        </p:nvSpPr>
        <p:spPr>
          <a:xfrm>
            <a:off x="3715475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Build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35" name="Google Shape;935;p55"/>
          <p:cNvSpPr txBox="1"/>
          <p:nvPr/>
        </p:nvSpPr>
        <p:spPr>
          <a:xfrm>
            <a:off x="34350" y="2612000"/>
            <a:ext cx="10734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Current Submission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36" name="Google Shape;936;p55"/>
          <p:cNvSpPr txBox="1"/>
          <p:nvPr/>
        </p:nvSpPr>
        <p:spPr>
          <a:xfrm>
            <a:off x="5589400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Persistent Data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37" name="Google Shape;937;p55"/>
          <p:cNvSpPr txBox="1"/>
          <p:nvPr/>
        </p:nvSpPr>
        <p:spPr>
          <a:xfrm>
            <a:off x="7806525" y="13723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Final Step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38" name="Google Shape;938;p55"/>
          <p:cNvSpPr txBox="1"/>
          <p:nvPr/>
        </p:nvSpPr>
        <p:spPr>
          <a:xfrm>
            <a:off x="7695675" y="2873575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Phone App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939" name="Google Shape;939;p55"/>
          <p:cNvSpPr txBox="1"/>
          <p:nvPr/>
        </p:nvSpPr>
        <p:spPr>
          <a:xfrm>
            <a:off x="7640325" y="3245838"/>
            <a:ext cx="1158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Create a phone app version for android and IOS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0" name="Google Shape;940;p55"/>
          <p:cNvSpPr txBox="1"/>
          <p:nvPr/>
        </p:nvSpPr>
        <p:spPr>
          <a:xfrm>
            <a:off x="3505928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Build the application into a properly runnable .exe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1" name="Google Shape;941;p55"/>
          <p:cNvSpPr txBox="1"/>
          <p:nvPr/>
        </p:nvSpPr>
        <p:spPr>
          <a:xfrm>
            <a:off x="53473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Attach the application to a database for storage between sessions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2" name="Google Shape;942;p55"/>
          <p:cNvSpPr txBox="1"/>
          <p:nvPr>
            <p:ph idx="2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